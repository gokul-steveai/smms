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65b8e561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65b8e561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65b8e5614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65b8e5614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65b8e5614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65b8e5614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65b8e5614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65b8e5614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5b8e5614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5b8e5614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65b8e5614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f65b8e5614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65b8e5614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f65b8e5614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65b8e5614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65b8e5614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65b8e5614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65b8e5614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65b8e5614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65b8e5614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65b8e5614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65b8e5614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975" y="152400"/>
            <a:ext cx="7258049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2120050" y="167575"/>
            <a:ext cx="1267800" cy="582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975" y="152400"/>
            <a:ext cx="7258049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/>
          <p:nvPr/>
        </p:nvSpPr>
        <p:spPr>
          <a:xfrm>
            <a:off x="2090908" y="167575"/>
            <a:ext cx="1267800" cy="582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187CF7-71B5-DD2A-2391-727B9E8CA940}"/>
              </a:ext>
            </a:extLst>
          </p:cNvPr>
          <p:cNvSpPr txBox="1"/>
          <p:nvPr/>
        </p:nvSpPr>
        <p:spPr>
          <a:xfrm>
            <a:off x="2090908" y="3137210"/>
            <a:ext cx="76495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provided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723750-8683-E439-9A8E-4E90C6684B91}"/>
              </a:ext>
            </a:extLst>
          </p:cNvPr>
          <p:cNvSpPr txBox="1"/>
          <p:nvPr/>
        </p:nvSpPr>
        <p:spPr>
          <a:xfrm>
            <a:off x="3849165" y="3067960"/>
            <a:ext cx="98303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000" dirty="0"/>
              <a:t>Organized by Job roles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635E2B-0F6E-90FC-2686-6190AA15A5DE}"/>
              </a:ext>
            </a:extLst>
          </p:cNvPr>
          <p:cNvSpPr txBox="1"/>
          <p:nvPr/>
        </p:nvSpPr>
        <p:spPr>
          <a:xfrm>
            <a:off x="3588969" y="3629420"/>
            <a:ext cx="98303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000" dirty="0"/>
              <a:t>Focused on plans, control, outcomes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6A0940-A01F-4AB8-F995-5436A37E3805}"/>
              </a:ext>
            </a:extLst>
          </p:cNvPr>
          <p:cNvSpPr txBox="1"/>
          <p:nvPr/>
        </p:nvSpPr>
        <p:spPr>
          <a:xfrm>
            <a:off x="4385284" y="4221657"/>
            <a:ext cx="983030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000" dirty="0"/>
              <a:t>ALIGN WITH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 title="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975" y="152400"/>
            <a:ext cx="7258049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/>
          <p:nvPr/>
        </p:nvSpPr>
        <p:spPr>
          <a:xfrm>
            <a:off x="2018050" y="152400"/>
            <a:ext cx="1267800" cy="582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B101E3-196F-8DED-E1BA-51A630CB7CB9}"/>
              </a:ext>
            </a:extLst>
          </p:cNvPr>
          <p:cNvSpPr txBox="1"/>
          <p:nvPr/>
        </p:nvSpPr>
        <p:spPr>
          <a:xfrm>
            <a:off x="5269087" y="4686967"/>
            <a:ext cx="983030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000" dirty="0"/>
              <a:t>That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975" y="167575"/>
            <a:ext cx="7258049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/>
          <p:nvPr/>
        </p:nvSpPr>
        <p:spPr>
          <a:xfrm>
            <a:off x="2105479" y="167575"/>
            <a:ext cx="1267800" cy="582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AF802D-8BB4-D074-C9DD-63D02D6317F7}"/>
              </a:ext>
            </a:extLst>
          </p:cNvPr>
          <p:cNvSpPr txBox="1"/>
          <p:nvPr/>
        </p:nvSpPr>
        <p:spPr>
          <a:xfrm>
            <a:off x="6467708" y="3635298"/>
            <a:ext cx="11576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- Customer focus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92D182-1108-BC69-E63A-CA614499DDBD}"/>
              </a:ext>
            </a:extLst>
          </p:cNvPr>
          <p:cNvSpPr txBox="1"/>
          <p:nvPr/>
        </p:nvSpPr>
        <p:spPr>
          <a:xfrm>
            <a:off x="6467708" y="3822045"/>
            <a:ext cx="109998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- Measure value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1ED0EE-40C7-4F0B-6B48-2A36805818CB}"/>
              </a:ext>
            </a:extLst>
          </p:cNvPr>
          <p:cNvSpPr txBox="1"/>
          <p:nvPr/>
        </p:nvSpPr>
        <p:spPr>
          <a:xfrm>
            <a:off x="6293006" y="3981192"/>
            <a:ext cx="124104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- Adaptive process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492264-E2B3-112F-05E2-C1BFDA037094}"/>
              </a:ext>
            </a:extLst>
          </p:cNvPr>
          <p:cNvSpPr txBox="1"/>
          <p:nvPr/>
        </p:nvSpPr>
        <p:spPr>
          <a:xfrm>
            <a:off x="6211227" y="4147839"/>
            <a:ext cx="14141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- Service value metric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 title="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975" y="152400"/>
            <a:ext cx="7258049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/>
          <p:cNvSpPr/>
          <p:nvPr/>
        </p:nvSpPr>
        <p:spPr>
          <a:xfrm>
            <a:off x="2047196" y="167575"/>
            <a:ext cx="1267800" cy="582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275295-781F-F7DC-F3E9-FD36D88B1090}"/>
              </a:ext>
            </a:extLst>
          </p:cNvPr>
          <p:cNvSpPr txBox="1"/>
          <p:nvPr/>
        </p:nvSpPr>
        <p:spPr>
          <a:xfrm>
            <a:off x="4571999" y="1356937"/>
            <a:ext cx="4267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FTE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8" title="6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975" y="152400"/>
            <a:ext cx="7258049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8"/>
          <p:cNvSpPr/>
          <p:nvPr/>
        </p:nvSpPr>
        <p:spPr>
          <a:xfrm>
            <a:off x="1897323" y="152400"/>
            <a:ext cx="1267800" cy="576146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598BCA-5EE8-2A55-34C4-4679C50372E9}"/>
              </a:ext>
            </a:extLst>
          </p:cNvPr>
          <p:cNvSpPr txBox="1"/>
          <p:nvPr/>
        </p:nvSpPr>
        <p:spPr>
          <a:xfrm>
            <a:off x="5036636" y="4801082"/>
            <a:ext cx="10198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- Talent and AI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B00F9E-DC3D-F84F-D4E8-2C35F7D7E8EA}"/>
              </a:ext>
            </a:extLst>
          </p:cNvPr>
          <p:cNvSpPr txBox="1"/>
          <p:nvPr/>
        </p:nvSpPr>
        <p:spPr>
          <a:xfrm>
            <a:off x="5612780" y="93234"/>
            <a:ext cx="10999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Great slide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9" title="7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975" y="152400"/>
            <a:ext cx="7258049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9"/>
          <p:cNvSpPr/>
          <p:nvPr/>
        </p:nvSpPr>
        <p:spPr>
          <a:xfrm>
            <a:off x="2120050" y="167575"/>
            <a:ext cx="1267800" cy="582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39D84B-4B68-0D3B-BA51-B2154AF177E3}"/>
              </a:ext>
            </a:extLst>
          </p:cNvPr>
          <p:cNvSpPr txBox="1"/>
          <p:nvPr/>
        </p:nvSpPr>
        <p:spPr>
          <a:xfrm>
            <a:off x="5612780" y="93234"/>
            <a:ext cx="10999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Great slide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0" title="8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975" y="152400"/>
            <a:ext cx="7258049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0"/>
          <p:cNvSpPr/>
          <p:nvPr/>
        </p:nvSpPr>
        <p:spPr>
          <a:xfrm>
            <a:off x="2105479" y="167575"/>
            <a:ext cx="1267800" cy="582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F5DECB-313B-CA74-B011-17823B69D1AC}"/>
              </a:ext>
            </a:extLst>
          </p:cNvPr>
          <p:cNvSpPr txBox="1"/>
          <p:nvPr/>
        </p:nvSpPr>
        <p:spPr>
          <a:xfrm>
            <a:off x="0" y="2806698"/>
            <a:ext cx="1031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Small font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280756-AA5E-B36A-2048-3A485CA8B8F1}"/>
              </a:ext>
            </a:extLst>
          </p:cNvPr>
          <p:cNvSpPr txBox="1"/>
          <p:nvPr/>
        </p:nvSpPr>
        <p:spPr>
          <a:xfrm>
            <a:off x="0" y="3278766"/>
            <a:ext cx="11522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use case?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1FD519-40F2-7B0B-1B40-748C535ABE06}"/>
              </a:ext>
            </a:extLst>
          </p:cNvPr>
          <p:cNvSpPr txBox="1"/>
          <p:nvPr/>
        </p:nvSpPr>
        <p:spPr>
          <a:xfrm>
            <a:off x="7861610" y="2960586"/>
            <a:ext cx="11522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use case?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1" title="9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975" y="152400"/>
            <a:ext cx="7258049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1"/>
          <p:cNvSpPr/>
          <p:nvPr/>
        </p:nvSpPr>
        <p:spPr>
          <a:xfrm>
            <a:off x="2105479" y="167575"/>
            <a:ext cx="1267800" cy="582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BE4898-9A8F-85CD-9D5F-7816FC48ACF8}"/>
              </a:ext>
            </a:extLst>
          </p:cNvPr>
          <p:cNvSpPr txBox="1"/>
          <p:nvPr/>
        </p:nvSpPr>
        <p:spPr>
          <a:xfrm>
            <a:off x="7880195" y="3011137"/>
            <a:ext cx="11522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use case?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2" title="1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975" y="152400"/>
            <a:ext cx="7258049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2"/>
          <p:cNvSpPr/>
          <p:nvPr/>
        </p:nvSpPr>
        <p:spPr>
          <a:xfrm>
            <a:off x="2083625" y="152400"/>
            <a:ext cx="1267800" cy="510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B67693-0A2C-EF1C-622A-8E2F35E28561}"/>
              </a:ext>
            </a:extLst>
          </p:cNvPr>
          <p:cNvSpPr txBox="1"/>
          <p:nvPr/>
        </p:nvSpPr>
        <p:spPr>
          <a:xfrm>
            <a:off x="5612780" y="93234"/>
            <a:ext cx="10999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Great slide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3" title="1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975" y="152400"/>
            <a:ext cx="7258049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3"/>
          <p:cNvSpPr/>
          <p:nvPr/>
        </p:nvSpPr>
        <p:spPr>
          <a:xfrm>
            <a:off x="2120050" y="167575"/>
            <a:ext cx="1267800" cy="444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4" title="1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975" y="152400"/>
            <a:ext cx="7258049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4"/>
          <p:cNvSpPr/>
          <p:nvPr/>
        </p:nvSpPr>
        <p:spPr>
          <a:xfrm>
            <a:off x="2098194" y="167575"/>
            <a:ext cx="1267800" cy="451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E99FB-8721-6F8E-A42E-4A9CD6CFB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594CF2-05E8-B0EB-7BC6-8658309A97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</a:t>
            </a:r>
          </a:p>
          <a:p>
            <a:r>
              <a:rPr lang="en-US" dirty="0"/>
              <a:t>What about adaptability Quarterly Review and Learn, key milestone to achieve HAO (I can help to feed into LLM) Attributes of an HAO – </a:t>
            </a:r>
            <a:r>
              <a:rPr lang="en-US"/>
              <a:t>The Journey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07941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</Words>
  <Application>Microsoft Office PowerPoint</Application>
  <PresentationFormat>On-screen Show (16:9)</PresentationFormat>
  <Paragraphs>20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Michael Grove</dc:creator>
  <cp:lastModifiedBy>Michael Grove</cp:lastModifiedBy>
  <cp:revision>1</cp:revision>
  <dcterms:modified xsi:type="dcterms:W3CDTF">2026-08-08T00:52:43Z</dcterms:modified>
</cp:coreProperties>
</file>